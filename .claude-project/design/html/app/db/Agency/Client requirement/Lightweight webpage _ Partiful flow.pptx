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Mobile website 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0" y="55825"/>
            <a:ext cx="1220575" cy="50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IMG_00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0900" y="160345"/>
            <a:ext cx="1639550" cy="354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IMG_004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7" y="1289350"/>
            <a:ext cx="1639550" cy="3548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IMG_003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8901" y="230025"/>
            <a:ext cx="1575150" cy="3409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3"/>
          <p:cNvCxnSpPr/>
          <p:nvPr/>
        </p:nvCxnSpPr>
        <p:spPr>
          <a:xfrm flipH="1" rot="10800000">
            <a:off x="703925" y="2014400"/>
            <a:ext cx="2146800" cy="383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13"/>
          <p:cNvCxnSpPr/>
          <p:nvPr/>
        </p:nvCxnSpPr>
        <p:spPr>
          <a:xfrm flipH="1" rot="10800000">
            <a:off x="432100" y="1916800"/>
            <a:ext cx="4195500" cy="438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flipH="1" rot="10800000">
            <a:off x="376500" y="711050"/>
            <a:ext cx="6655800" cy="2424300"/>
          </a:xfrm>
          <a:prstGeom prst="straightConnector1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